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morning/afternoon. Today our team is presenting an empirical evaluation of four distinct algorithmic paradigms for solving the Unweighted Set Cover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Set Cover Problem asks what is the fewest number of subsets needed to cover every element in a universe. Because it is NP-hard, finding exact answers becomes exponentially difficult as problem sizes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framed our investigation around two primary questions: can stochastic metaheuristics beat local myopic traps that fool greedy choices, and where exactly does exact Integer Linear Programming become intractable?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see our four algorithmic paradigms. ILP gives guaranteed mathematical exactness at the cost of potential exponential runtime. Greedy offers ultra-fast execution, while GA and HS bound runtime via generation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standard academic benchmark scp41, the Greedy heuristic got trapped at 6 subsets. Both GA and Harmony Search found the true optimal cover size of 5, but Harmony Search did so in just 11.6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at runtime scaling across synthetic datasets, ILP clearly displays its exponential curve, hitting our 60-second safety cutoff at N=512 and failing entirely at N=2048.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Greedy performed exceptionally well on synthetic data, staying right next to the exact baseline. Un-guided GA and HS suffered from search-space explosion during repair phases on dense matrices.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summarize the trade-offs: use ILP when you need 100% exact solutions on small problems; use Greedy for real-time results on massive dense grids; and use Metaheuristics on complex sparse structures where greedy choices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codebase was built with strict modular design in Python. In alignment with TTU academic integrity guidelines, Generative AI was utilized strictly for code formatting, visualization styling, and documentation proofreading.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time! We are now ready for the 5-minute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2043"/>
                </a:solidFill>
              </a:defRPr>
            </a:pPr>
            <a:r>
              <a:t>Empirical Performance Analysis: Set Cover Problem</a:t>
            </a:r>
          </a:p>
          <a:p>
            <a:pPr>
              <a:spcBef>
                <a:spcPts val="1000"/>
              </a:spcBef>
              <a:defRPr sz="2200">
                <a:solidFill>
                  <a:srgbClr val="2874A6"/>
                </a:solidFill>
              </a:defRPr>
            </a:pPr>
            <a:r>
              <a:t>Comparing Exact (ILP), Heuristic (Greedy), and Metaheuristic (GA, HS) Paradigms</a:t>
            </a:r>
          </a:p>
          <a:p>
            <a:br/>
            <a:pPr>
              <a:defRPr sz="1800">
                <a:solidFill>
                  <a:srgbClr val="282828"/>
                </a:solidFill>
              </a:defRPr>
            </a:pPr>
            <a:r>
              <a:t>CSC 2400 — Design and Analysis of Algorithms</a:t>
            </a:r>
            <a:br/>
            <a:r>
              <a:t>Authors: Matthew Richardson, Ian Phillips, Abdullah Javed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What is the Set Cover Problem (SCP)?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Formal Definition: Given universe U = {1, ..., n} and subsets S = {S_1, ..., S_m}, select S' ⊆ S of minimal cardinality such that ⋃ S_j = U.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Optimization Target: Minimize total subsets picked while ensuring 100% element coverage.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NP-Hard Complexity: Theoretical worst-case complexity forces a trade-off between exactness and execution time.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Real-World Applications: Airline crew scheduling, computational biology, cellular tower layout, portfolio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Research Questions &amp; Hypotheses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RQ1 (Solution Quality): Do population/pitch-adjustment metaheuristics (GA, HS) consistently find tighter covers than Greedy on sparse benchmark matrices?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➜ Hypothesis: Yes. Greedy is myopic and susceptible to local traps; GA and HS utilize stochastic operators to escape local optima.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RQ2 (Runtime Scalability): How do runtimes scale relative to exact ILP as universe size expands to N = 2048?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➜ Hypothesis: Exact ILP will hit an exponential worst-case runtime wall O(2^m), whereas metaheuristics scale predictably within bounded generation/iteration limits.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Theoretical &amp; Computational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ILP Exact Solver (Branch-and-Bound / Cuts):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- Time Complexity: O(2^m) worst-case | Traversal: Global search via continuous Simplex relaxation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Greedy Approximation Heuristic: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- Time Complexity: O(m · n²) | Traversal: Deterministic local myopic reduction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Genetic Algorithm (GA):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- Time Complexity: O(G · P · m · n) | Traversal: Population evolutionary crossover, mutation &amp; repair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Harmony Search (HS):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- Time Complexity: O(K · HMS · m) | Traversal: Pitch-adjustment memory consideration 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Empirical Results: Beasley OR-Library (scp41.txt)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Benchmark Instance Specs: Universe Size (n) = 200 elements | Subsets (m) = 1,000 candidate subsets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ILP Exact Solver: 0.0391s runtime | 5 Subsets Utilized | 0.00% Gap (True Mathematical Optimum)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Harmony Search (HS): 0.0116s runtime | 5 Subsets Utilized | 0.00% Gap (Matched True Optimum)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Genetic Algorithm (GA): 0.9723s runtime | 5 Subsets Utilized | 0.00% Gap (Matched True Optimum)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Greedy Heuristic: 0.0000s runtime | 6 Subsets Utilized | +20.00% Optimality Gap (Local Trap)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Key Finding: Harmony Search matched global optimality while executing ~83x faster than 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Runtime Scalability: Synthetic Suite (N = 64 → 2048)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ILP Intractability Ceiling: Solves N ≤ 256 in &lt; 1.5s, but hits 60s timeout at N = 512/1024, becoming intractable at N = 2048.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Greedy Efficiency: Sub-second runtime across all scales (0.0913s at N = 2048).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Metaheuristic Bounded Runtime: Bounded by maximum generation limits.</a:t>
            </a:r>
          </a:p>
        </p:txBody>
      </p:sp>
      <p:pic>
        <p:nvPicPr>
          <p:cNvPr id="4" name="Picture 3" descr="scaling_runtim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66928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Solution Quality &amp; Search Space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Greedy Dominance on Synthetic Grids: Tracked ILP baseline closely (0.00% - 20.00% gap).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Metaheuristic Search Explosion: Standard GA/HS without domain-specific repair pick redundant subsets during feasibility enforcement as N grows.</a:t>
            </a:r>
          </a:p>
        </p:txBody>
      </p:sp>
      <p:pic>
        <p:nvPicPr>
          <p:cNvPr id="4" name="Picture 3" descr="solution_qualit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66928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Trade-off Matrix &amp; Paradigm Selection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1. Exact ILP (Branch-and-Bound):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- Best Used For: Small-to-medium instances (N ≤ 256) where true mathematical minimality is required.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- Limitation: Unusable for large-scale real-time engineering systems due to exponential runtime growth.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2. Greedy Approximation Heuristic: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- Best Used For: Dense grids and high-dimensional synthetic systems needing instant execution (&lt; 0.1s).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- Limitation: Vulnerable to local optimization traps on sparse structured benchmarks.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3. Metaheuristics (GA &amp; Harmony Search):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- Best Used For: Complex sparse academic instances (e.g., scp41) where local greedy traps exist.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- Key Takeaway: Harmony Search offers faster convergence and lower memory overhead than GA.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Software Architecture &amp; Academic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Modular System Architecture: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- Independent solver modules (`ilp_solver.py`, `greedy_solvers.py`, `genetic_algorithm.py`, `harmony_search.py`).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- Unified pipeline driver (`main.py`) with automated CSV metrics logging and visualization engine (`generate_plots.py`).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Team Contribution Breakdown: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- Ian Phillips: Core Greedy heuristic logic &amp; data matrix parsing.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- Abdullah Javed: Genetic Algorithm search engine, crossover/mutation, and repair loops.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- Matthew Richardson: Harmony Search, ILP engine integration, benchmark pipeline, and plot generation.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Generative AI Compliance Statement (TTU Guidelines):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- Utilized Gemini as a pair-programming collaborator for Matplotlib plot styling, token parsers, and proofreading.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- All underlying algorithmic code and experimental verification was authored and validated manually.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Conclusion &amp; Q&amp;A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Summary of Key Artifacts: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 - Complete empirical benchmark framework covering exact, heuristic, and metaheuristic paradigms.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 - Validated performance trade-offs across academic (OR-Library) and synthetic scaling suites.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 - Modular, reproducible codebase published to GitHub.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Project Repository: github.com/matthew-richardson-ai/SetCover_Greedy_ILP_HS_GA_ORLibrary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==================================================================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                     THANK YOU! ANY QUESTIONS?                     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==================================================================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